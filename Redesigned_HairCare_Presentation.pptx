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hero_v2_17829249842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symmetric_17829177367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yered_17829177459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howcase_17829177559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outro_v7_17829348759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